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5AC3B-2AC9-4A6B-8361-4631D855F5E8}" v="12" dt="2026-10-03T07:13:46.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kala Vishwa nandan reddy" userId="0e5c99d0f8345ae5" providerId="LiveId" clId="{1942ABE7-95F5-4AD2-9115-5DEA7337F554}"/>
    <pc:docChg chg="undo custSel modSld">
      <pc:chgData name="Pakala Vishwa nandan reddy" userId="0e5c99d0f8345ae5" providerId="LiveId" clId="{1942ABE7-95F5-4AD2-9115-5DEA7337F554}" dt="2026-10-03T07:13:53.420" v="330" actId="113"/>
      <pc:docMkLst>
        <pc:docMk/>
      </pc:docMkLst>
      <pc:sldChg chg="addSp modSp mod">
        <pc:chgData name="Pakala Vishwa nandan reddy" userId="0e5c99d0f8345ae5" providerId="LiveId" clId="{1942ABE7-95F5-4AD2-9115-5DEA7337F554}" dt="2026-10-02T13:55:02.636" v="258" actId="255"/>
        <pc:sldMkLst>
          <pc:docMk/>
          <pc:sldMk cId="2142368501" sldId="256"/>
        </pc:sldMkLst>
        <pc:spChg chg="mod">
          <ac:chgData name="Pakala Vishwa nandan reddy" userId="0e5c99d0f8345ae5" providerId="LiveId" clId="{1942ABE7-95F5-4AD2-9115-5DEA7337F554}" dt="2026-10-02T13:55:02.636" v="258" actId="255"/>
          <ac:spMkLst>
            <pc:docMk/>
            <pc:sldMk cId="2142368501" sldId="256"/>
            <ac:spMk id="2" creationId="{970E8DAD-94A0-712C-7CF5-5EE9F80C0ECE}"/>
          </ac:spMkLst>
        </pc:spChg>
        <pc:spChg chg="mod">
          <ac:chgData name="Pakala Vishwa nandan reddy" userId="0e5c99d0f8345ae5" providerId="LiveId" clId="{1942ABE7-95F5-4AD2-9115-5DEA7337F554}" dt="2026-10-02T13:42:36.392" v="185" actId="14100"/>
          <ac:spMkLst>
            <pc:docMk/>
            <pc:sldMk cId="2142368501" sldId="256"/>
            <ac:spMk id="3" creationId="{8B9AEB0F-4B6A-D326-ED2E-639591268E37}"/>
          </ac:spMkLst>
        </pc:spChg>
        <pc:spChg chg="add mod">
          <ac:chgData name="Pakala Vishwa nandan reddy" userId="0e5c99d0f8345ae5" providerId="LiveId" clId="{1942ABE7-95F5-4AD2-9115-5DEA7337F554}" dt="2026-10-02T13:40:15.189" v="89" actId="1076"/>
          <ac:spMkLst>
            <pc:docMk/>
            <pc:sldMk cId="2142368501" sldId="256"/>
            <ac:spMk id="6" creationId="{EDF87A07-96F3-9FF5-983E-F524851A8566}"/>
          </ac:spMkLst>
        </pc:spChg>
        <pc:spChg chg="add mod">
          <ac:chgData name="Pakala Vishwa nandan reddy" userId="0e5c99d0f8345ae5" providerId="LiveId" clId="{1942ABE7-95F5-4AD2-9115-5DEA7337F554}" dt="2026-10-02T13:42:31.763" v="184" actId="120"/>
          <ac:spMkLst>
            <pc:docMk/>
            <pc:sldMk cId="2142368501" sldId="256"/>
            <ac:spMk id="7" creationId="{85A71CE8-FDFB-EE45-7AB8-6FDC614498FF}"/>
          </ac:spMkLst>
        </pc:spChg>
        <pc:picChg chg="add mod">
          <ac:chgData name="Pakala Vishwa nandan reddy" userId="0e5c99d0f8345ae5" providerId="LiveId" clId="{1942ABE7-95F5-4AD2-9115-5DEA7337F554}" dt="2026-10-02T13:35:56.888" v="3" actId="14100"/>
          <ac:picMkLst>
            <pc:docMk/>
            <pc:sldMk cId="2142368501" sldId="256"/>
            <ac:picMk id="4" creationId="{79FFBCEA-F113-B9F3-3ADB-7FB23B67409B}"/>
          </ac:picMkLst>
        </pc:picChg>
        <pc:picChg chg="add mod">
          <ac:chgData name="Pakala Vishwa nandan reddy" userId="0e5c99d0f8345ae5" providerId="LiveId" clId="{1942ABE7-95F5-4AD2-9115-5DEA7337F554}" dt="2026-10-02T13:36:12.107" v="7" actId="14100"/>
          <ac:picMkLst>
            <pc:docMk/>
            <pc:sldMk cId="2142368501" sldId="256"/>
            <ac:picMk id="5" creationId="{FBAAB528-0D44-A8A4-B6D2-2132EEDC7C5A}"/>
          </ac:picMkLst>
        </pc:picChg>
      </pc:sldChg>
      <pc:sldChg chg="addSp modSp mod">
        <pc:chgData name="Pakala Vishwa nandan reddy" userId="0e5c99d0f8345ae5" providerId="LiveId" clId="{1942ABE7-95F5-4AD2-9115-5DEA7337F554}" dt="2026-10-03T07:12:24.464" v="318" actId="27636"/>
        <pc:sldMkLst>
          <pc:docMk/>
          <pc:sldMk cId="2578285572" sldId="257"/>
        </pc:sldMkLst>
        <pc:spChg chg="mod">
          <ac:chgData name="Pakala Vishwa nandan reddy" userId="0e5c99d0f8345ae5" providerId="LiveId" clId="{1942ABE7-95F5-4AD2-9115-5DEA7337F554}" dt="2026-10-02T13:56:45.020" v="276" actId="255"/>
          <ac:spMkLst>
            <pc:docMk/>
            <pc:sldMk cId="2578285572" sldId="257"/>
            <ac:spMk id="2" creationId="{9ADDE53B-E5A8-D83A-9252-C5BA0F60C952}"/>
          </ac:spMkLst>
        </pc:spChg>
        <pc:spChg chg="mod">
          <ac:chgData name="Pakala Vishwa nandan reddy" userId="0e5c99d0f8345ae5" providerId="LiveId" clId="{1942ABE7-95F5-4AD2-9115-5DEA7337F554}" dt="2026-10-03T07:12:24.464" v="318" actId="27636"/>
          <ac:spMkLst>
            <pc:docMk/>
            <pc:sldMk cId="2578285572" sldId="257"/>
            <ac:spMk id="3" creationId="{3B7EFC7F-422A-D1CE-8B3E-370353927990}"/>
          </ac:spMkLst>
        </pc:spChg>
        <pc:picChg chg="add">
          <ac:chgData name="Pakala Vishwa nandan reddy" userId="0e5c99d0f8345ae5" providerId="LiveId" clId="{1942ABE7-95F5-4AD2-9115-5DEA7337F554}" dt="2026-10-02T13:36:16.435" v="8" actId="22"/>
          <ac:picMkLst>
            <pc:docMk/>
            <pc:sldMk cId="2578285572" sldId="257"/>
            <ac:picMk id="5" creationId="{E7759715-8AC4-2BBE-899A-909578094157}"/>
          </ac:picMkLst>
        </pc:picChg>
        <pc:picChg chg="add">
          <ac:chgData name="Pakala Vishwa nandan reddy" userId="0e5c99d0f8345ae5" providerId="LiveId" clId="{1942ABE7-95F5-4AD2-9115-5DEA7337F554}" dt="2026-10-02T13:36:22.017" v="11" actId="22"/>
          <ac:picMkLst>
            <pc:docMk/>
            <pc:sldMk cId="2578285572" sldId="257"/>
            <ac:picMk id="7" creationId="{A894222D-64E0-A8BC-E0A3-B4973DECA792}"/>
          </ac:picMkLst>
        </pc:picChg>
      </pc:sldChg>
      <pc:sldChg chg="addSp modSp mod">
        <pc:chgData name="Pakala Vishwa nandan reddy" userId="0e5c99d0f8345ae5" providerId="LiveId" clId="{1942ABE7-95F5-4AD2-9115-5DEA7337F554}" dt="2026-10-03T07:13:35.693" v="325" actId="255"/>
        <pc:sldMkLst>
          <pc:docMk/>
          <pc:sldMk cId="249302499" sldId="258"/>
        </pc:sldMkLst>
        <pc:spChg chg="mod">
          <ac:chgData name="Pakala Vishwa nandan reddy" userId="0e5c99d0f8345ae5" providerId="LiveId" clId="{1942ABE7-95F5-4AD2-9115-5DEA7337F554}" dt="2026-10-02T13:56:50.663" v="277" actId="255"/>
          <ac:spMkLst>
            <pc:docMk/>
            <pc:sldMk cId="249302499" sldId="258"/>
            <ac:spMk id="2" creationId="{1317BE23-6835-6BDB-3EA5-0B1E2538B1B2}"/>
          </ac:spMkLst>
        </pc:spChg>
        <pc:spChg chg="mod">
          <ac:chgData name="Pakala Vishwa nandan reddy" userId="0e5c99d0f8345ae5" providerId="LiveId" clId="{1942ABE7-95F5-4AD2-9115-5DEA7337F554}" dt="2026-10-03T07:13:35.693" v="325" actId="255"/>
          <ac:spMkLst>
            <pc:docMk/>
            <pc:sldMk cId="249302499" sldId="258"/>
            <ac:spMk id="3" creationId="{4845E627-29D3-0C7F-222E-06D784C7DF18}"/>
          </ac:spMkLst>
        </pc:spChg>
        <pc:picChg chg="add">
          <ac:chgData name="Pakala Vishwa nandan reddy" userId="0e5c99d0f8345ae5" providerId="LiveId" clId="{1942ABE7-95F5-4AD2-9115-5DEA7337F554}" dt="2026-10-02T13:36:17.568" v="9" actId="22"/>
          <ac:picMkLst>
            <pc:docMk/>
            <pc:sldMk cId="249302499" sldId="258"/>
            <ac:picMk id="5" creationId="{0E9EB23E-0D1C-F5F6-25EE-15A88405E00C}"/>
          </ac:picMkLst>
        </pc:picChg>
        <pc:picChg chg="add">
          <ac:chgData name="Pakala Vishwa nandan reddy" userId="0e5c99d0f8345ae5" providerId="LiveId" clId="{1942ABE7-95F5-4AD2-9115-5DEA7337F554}" dt="2026-10-02T13:36:22.950" v="12" actId="22"/>
          <ac:picMkLst>
            <pc:docMk/>
            <pc:sldMk cId="249302499" sldId="258"/>
            <ac:picMk id="7" creationId="{B3F0A70A-BEA6-DC8A-9DE7-9EFD6BD14125}"/>
          </ac:picMkLst>
        </pc:picChg>
      </pc:sldChg>
      <pc:sldChg chg="addSp modSp mod">
        <pc:chgData name="Pakala Vishwa nandan reddy" userId="0e5c99d0f8345ae5" providerId="LiveId" clId="{1942ABE7-95F5-4AD2-9115-5DEA7337F554}" dt="2026-10-03T07:13:53.420" v="330" actId="113"/>
        <pc:sldMkLst>
          <pc:docMk/>
          <pc:sldMk cId="2595238980" sldId="259"/>
        </pc:sldMkLst>
        <pc:spChg chg="mod">
          <ac:chgData name="Pakala Vishwa nandan reddy" userId="0e5c99d0f8345ae5" providerId="LiveId" clId="{1942ABE7-95F5-4AD2-9115-5DEA7337F554}" dt="2026-10-02T13:57:12.979" v="292" actId="113"/>
          <ac:spMkLst>
            <pc:docMk/>
            <pc:sldMk cId="2595238980" sldId="259"/>
            <ac:spMk id="2" creationId="{5D4D0EA4-2E02-9C7E-1829-2786AAAE6631}"/>
          </ac:spMkLst>
        </pc:spChg>
        <pc:spChg chg="mod">
          <ac:chgData name="Pakala Vishwa nandan reddy" userId="0e5c99d0f8345ae5" providerId="LiveId" clId="{1942ABE7-95F5-4AD2-9115-5DEA7337F554}" dt="2026-10-03T07:13:53.420" v="330" actId="113"/>
          <ac:spMkLst>
            <pc:docMk/>
            <pc:sldMk cId="2595238980" sldId="259"/>
            <ac:spMk id="3" creationId="{8467D7AA-6228-D9A6-0CD7-3183DA1A0579}"/>
          </ac:spMkLst>
        </pc:spChg>
        <pc:picChg chg="add">
          <ac:chgData name="Pakala Vishwa nandan reddy" userId="0e5c99d0f8345ae5" providerId="LiveId" clId="{1942ABE7-95F5-4AD2-9115-5DEA7337F554}" dt="2026-10-02T13:36:18.601" v="10" actId="22"/>
          <ac:picMkLst>
            <pc:docMk/>
            <pc:sldMk cId="2595238980" sldId="259"/>
            <ac:picMk id="5" creationId="{DF27F9BA-B2D9-2675-5BAD-94C3C929EB7C}"/>
          </ac:picMkLst>
        </pc:picChg>
        <pc:picChg chg="add">
          <ac:chgData name="Pakala Vishwa nandan reddy" userId="0e5c99d0f8345ae5" providerId="LiveId" clId="{1942ABE7-95F5-4AD2-9115-5DEA7337F554}" dt="2026-10-02T13:36:23.976" v="13" actId="22"/>
          <ac:picMkLst>
            <pc:docMk/>
            <pc:sldMk cId="2595238980" sldId="259"/>
            <ac:picMk id="7" creationId="{3FB12D75-1BB3-C3A0-203C-27F9828F713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7307-7CF3-AA50-79E8-F913F8723F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845FD5-573C-8EB1-05AF-644104F1E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220D99-B1B8-AA2E-CC44-3C4658FF91AC}"/>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AE73D077-3050-D706-EE01-5E90B8AC5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F8FC2-C32F-F2A4-BFAE-B0653B246323}"/>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105825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3548-02EB-3924-57C3-4D97A50BD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17428C-27A6-D430-55BE-3BED5AB7D3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66478-589F-AA30-5746-D4228209EAF5}"/>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832A1E5E-7420-E4A5-A19B-C675B42B1F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C657CF-2A36-B01E-1B48-682CE1ADDC23}"/>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380189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9DBF-5C05-AE79-6F53-01016B1097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0BE972-A0B0-DDDB-FC62-F9F9F97B64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5A2B4D-C9EA-52AB-5DB1-3EF995FC70EB}"/>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84ADDCB7-7F6B-BDAF-42FE-AEC4C223D8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A8430A-B67A-FB50-F872-8DDB4F22B0F9}"/>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25530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86F78-C8EE-7513-C327-F5367D111B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71D7A5-93E4-EEA8-07ED-A4C7A8B09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814352-7FBE-1B4D-B8F2-6160789911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908FB6-5240-8A33-C20D-C6E42E194086}"/>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6" name="Footer Placeholder 5">
            <a:extLst>
              <a:ext uri="{FF2B5EF4-FFF2-40B4-BE49-F238E27FC236}">
                <a16:creationId xmlns:a16="http://schemas.microsoft.com/office/drawing/2014/main" id="{E13E17F4-B7B0-AA3B-32F1-7DDFBC08D0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72F766-AF45-23C3-9249-8382AD3B329B}"/>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436597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FF5F-ECAD-B56B-A57D-8457E15C95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E1E858-D9D3-565D-3796-1FC2802CC2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CB0691-DE35-9F67-D814-6D646CF80C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85EDE4-2376-7151-0420-97EE311843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FDC04D-5BB4-5A62-C91A-B4D174924A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D83C81-E4BA-7EDE-7790-8E3C1A681551}"/>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8" name="Footer Placeholder 7">
            <a:extLst>
              <a:ext uri="{FF2B5EF4-FFF2-40B4-BE49-F238E27FC236}">
                <a16:creationId xmlns:a16="http://schemas.microsoft.com/office/drawing/2014/main" id="{F60CE281-5324-6026-009E-1DCB79A988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7ECAB4-C23E-28C6-E22F-90687FB8D13F}"/>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3857750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8EA17-01BC-8682-D0BF-818243C2BA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89566A-ED70-9BC8-A922-A80F59312D2A}"/>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4" name="Footer Placeholder 3">
            <a:extLst>
              <a:ext uri="{FF2B5EF4-FFF2-40B4-BE49-F238E27FC236}">
                <a16:creationId xmlns:a16="http://schemas.microsoft.com/office/drawing/2014/main" id="{579ED822-EB18-F07C-394C-BC919EA561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088410-F9ED-8971-41D1-CB60126C5C0A}"/>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71136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F783C5-3026-B26D-74F8-5BAE95E31E2E}"/>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3" name="Footer Placeholder 2">
            <a:extLst>
              <a:ext uri="{FF2B5EF4-FFF2-40B4-BE49-F238E27FC236}">
                <a16:creationId xmlns:a16="http://schemas.microsoft.com/office/drawing/2014/main" id="{E8DED1A8-B9E2-E89E-6627-00DCAF88CC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D32EAC-D51F-FA15-3D67-7ACA11793508}"/>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93087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55D3-8CBB-1AAA-291F-40B5DE3DBB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0D3F67-E5E3-DDBA-39F6-242A017706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D40724-61D5-EF59-9874-7AFE3DC3D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4F96A-6606-A32E-BE4D-C3DB145D3F79}"/>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6" name="Footer Placeholder 5">
            <a:extLst>
              <a:ext uri="{FF2B5EF4-FFF2-40B4-BE49-F238E27FC236}">
                <a16:creationId xmlns:a16="http://schemas.microsoft.com/office/drawing/2014/main" id="{B3962B1A-562C-C349-99BC-2FA93D521B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E420B0-E30A-97F8-3F24-C6C0BC276494}"/>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36206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14A2-5E93-E95D-E3C3-93B6F5F8B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FA45BB-6635-E294-4626-FF47810FFC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4C5AC4-7E6A-CCCE-D1CC-5BA82BC19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A95B8-B5EF-FCCD-60A2-AC81134CDBAC}"/>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6" name="Footer Placeholder 5">
            <a:extLst>
              <a:ext uri="{FF2B5EF4-FFF2-40B4-BE49-F238E27FC236}">
                <a16:creationId xmlns:a16="http://schemas.microsoft.com/office/drawing/2014/main" id="{593DAFBB-5828-A4A9-8DCB-43E1D7E3D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0F7E73-16F4-F99D-489C-F53154C31A05}"/>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4060995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6C3A-ECC1-8986-BD16-6AC27952AC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0C93BF-2047-143C-7324-8452AFAFA9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7FE6E-C760-407C-71E5-D2415353090F}"/>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1079D877-F3D6-328D-69F3-6772FCCBDA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3E2005-4F4D-245C-D445-E3DF0FC9F714}"/>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1711397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5CBDEB-2B39-159F-0075-18D1FC9CB3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800E1-7771-1356-8802-6509E936B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E34B1-9C87-FF78-E042-BB6DFD23BE38}"/>
              </a:ext>
            </a:extLst>
          </p:cNvPr>
          <p:cNvSpPr>
            <a:spLocks noGrp="1"/>
          </p:cNvSpPr>
          <p:nvPr>
            <p:ph type="dt" sz="half" idx="10"/>
          </p:nvPr>
        </p:nvSpPr>
        <p:spPr/>
        <p:txBody>
          <a:body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94FE1155-1C35-401A-9624-9A80A4CB95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758F8-2FBD-4B9C-D6B9-8687F14C7C6F}"/>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884526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DF503D-ED40-CF66-6A90-1A47E51180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6B7BE2-9A85-8ACD-2E65-C172ADD56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6B665E-A556-6188-1AF2-863C08CE66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129C28-3F29-40E4-A4E9-2B23A4C57525}" type="datetimeFigureOut">
              <a:rPr lang="en-IN" smtClean="0"/>
              <a:t>03-10-2026</a:t>
            </a:fld>
            <a:endParaRPr lang="en-IN"/>
          </a:p>
        </p:txBody>
      </p:sp>
      <p:sp>
        <p:nvSpPr>
          <p:cNvPr id="5" name="Footer Placeholder 4">
            <a:extLst>
              <a:ext uri="{FF2B5EF4-FFF2-40B4-BE49-F238E27FC236}">
                <a16:creationId xmlns:a16="http://schemas.microsoft.com/office/drawing/2014/main" id="{5FC336FF-8DEE-CBE8-18FA-656706288B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F026E7-E19A-13FE-E318-50BF430B8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DD9A2-9D33-47C3-AD81-9F773F4162D1}" type="slidenum">
              <a:rPr lang="en-IN" smtClean="0"/>
              <a:t>‹#›</a:t>
            </a:fld>
            <a:endParaRPr lang="en-IN"/>
          </a:p>
        </p:txBody>
      </p:sp>
    </p:spTree>
    <p:extLst>
      <p:ext uri="{BB962C8B-B14F-4D97-AF65-F5344CB8AC3E}">
        <p14:creationId xmlns:p14="http://schemas.microsoft.com/office/powerpoint/2010/main" val="1351321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8DAD-94A0-712C-7CF5-5EE9F80C0ECE}"/>
              </a:ext>
            </a:extLst>
          </p:cNvPr>
          <p:cNvSpPr>
            <a:spLocks noGrp="1"/>
          </p:cNvSpPr>
          <p:nvPr>
            <p:ph type="ctrTitle"/>
          </p:nvPr>
        </p:nvSpPr>
        <p:spPr>
          <a:xfrm>
            <a:off x="1055077" y="1122363"/>
            <a:ext cx="10163908" cy="2387600"/>
          </a:xfrm>
        </p:spPr>
        <p:txBody>
          <a:bodyPr>
            <a:normAutofit/>
          </a:bodyPr>
          <a:lstStyle/>
          <a:p>
            <a:r>
              <a:rPr lang="en-US" sz="3200" b="1" dirty="0">
                <a:latin typeface="Times New Roman" panose="02020603050405020304" pitchFamily="18" charset="0"/>
                <a:cs typeface="Times New Roman" panose="02020603050405020304" pitchFamily="18" charset="0"/>
              </a:rPr>
              <a:t>Development and Testing a Role-Based Access Control System for a Clinic Appointment Scheduler</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B9AEB0F-4B6A-D326-ED2E-639591268E37}"/>
              </a:ext>
            </a:extLst>
          </p:cNvPr>
          <p:cNvSpPr>
            <a:spLocks noGrp="1"/>
          </p:cNvSpPr>
          <p:nvPr>
            <p:ph type="subTitle" idx="1"/>
          </p:nvPr>
        </p:nvSpPr>
        <p:spPr>
          <a:xfrm>
            <a:off x="1524000" y="3602038"/>
            <a:ext cx="9144000" cy="802908"/>
          </a:xfrm>
        </p:spPr>
        <p:txBody>
          <a:bodyPr/>
          <a:lstStyle/>
          <a:p>
            <a:r>
              <a:rPr lang="en-US" dirty="0">
                <a:latin typeface="Times New Roman" panose="02020603050405020304" pitchFamily="18" charset="0"/>
                <a:cs typeface="Times New Roman" panose="02020603050405020304" pitchFamily="18" charset="0"/>
              </a:rPr>
              <a:t>CSA1021-Software Engineering</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FFBCEA-F113-B9F3-3ADB-7FB23B67409B}"/>
              </a:ext>
            </a:extLst>
          </p:cNvPr>
          <p:cNvPicPr>
            <a:picLocks noChangeAspect="1"/>
          </p:cNvPicPr>
          <p:nvPr/>
        </p:nvPicPr>
        <p:blipFill>
          <a:blip r:embed="rId2"/>
          <a:stretch>
            <a:fillRect/>
          </a:stretch>
        </p:blipFill>
        <p:spPr>
          <a:xfrm>
            <a:off x="0" y="0"/>
            <a:ext cx="1122363" cy="1122363"/>
          </a:xfrm>
          <a:prstGeom prst="rect">
            <a:avLst/>
          </a:prstGeom>
        </p:spPr>
      </p:pic>
      <p:pic>
        <p:nvPicPr>
          <p:cNvPr id="5" name="Picture 4">
            <a:extLst>
              <a:ext uri="{FF2B5EF4-FFF2-40B4-BE49-F238E27FC236}">
                <a16:creationId xmlns:a16="http://schemas.microsoft.com/office/drawing/2014/main" id="{FBAAB528-0D44-A8A4-B6D2-2132EEDC7C5A}"/>
              </a:ext>
            </a:extLst>
          </p:cNvPr>
          <p:cNvPicPr>
            <a:picLocks noChangeAspect="1"/>
          </p:cNvPicPr>
          <p:nvPr/>
        </p:nvPicPr>
        <p:blipFill>
          <a:blip r:embed="rId3"/>
          <a:stretch>
            <a:fillRect/>
          </a:stretch>
        </p:blipFill>
        <p:spPr>
          <a:xfrm>
            <a:off x="11421209" y="0"/>
            <a:ext cx="770792" cy="984242"/>
          </a:xfrm>
          <a:prstGeom prst="rect">
            <a:avLst/>
          </a:prstGeom>
        </p:spPr>
      </p:pic>
      <p:sp>
        <p:nvSpPr>
          <p:cNvPr id="6" name="TextBox 5">
            <a:extLst>
              <a:ext uri="{FF2B5EF4-FFF2-40B4-BE49-F238E27FC236}">
                <a16:creationId xmlns:a16="http://schemas.microsoft.com/office/drawing/2014/main" id="{EDF87A07-96F3-9FF5-983E-F524851A8566}"/>
              </a:ext>
            </a:extLst>
          </p:cNvPr>
          <p:cNvSpPr txBox="1"/>
          <p:nvPr/>
        </p:nvSpPr>
        <p:spPr>
          <a:xfrm>
            <a:off x="1122363" y="4995932"/>
            <a:ext cx="2189285"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Guided by:</a:t>
            </a:r>
          </a:p>
          <a:p>
            <a:r>
              <a:rPr lang="en-US" sz="2000" dirty="0" err="1">
                <a:latin typeface="Times New Roman" panose="02020603050405020304" pitchFamily="18" charset="0"/>
                <a:cs typeface="Times New Roman" panose="02020603050405020304" pitchFamily="18" charset="0"/>
              </a:rPr>
              <a:t>Dr.S.Salini</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A71CE8-FDFB-EE45-7AB8-6FDC614498FF}"/>
              </a:ext>
            </a:extLst>
          </p:cNvPr>
          <p:cNvSpPr txBox="1"/>
          <p:nvPr/>
        </p:nvSpPr>
        <p:spPr>
          <a:xfrm>
            <a:off x="8053754" y="4914900"/>
            <a:ext cx="3516923" cy="923330"/>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P.Vishwa</a:t>
            </a:r>
            <a:r>
              <a:rPr lang="en-US" dirty="0">
                <a:latin typeface="Times New Roman" panose="02020603050405020304" pitchFamily="18" charset="0"/>
                <a:cs typeface="Times New Roman" panose="02020603050405020304" pitchFamily="18" charset="0"/>
              </a:rPr>
              <a:t> Nandan(192473015)</a:t>
            </a:r>
          </a:p>
          <a:p>
            <a:r>
              <a:rPr lang="en-US" dirty="0" err="1">
                <a:latin typeface="Times New Roman" panose="02020603050405020304" pitchFamily="18" charset="0"/>
                <a:cs typeface="Times New Roman" panose="02020603050405020304" pitchFamily="18" charset="0"/>
              </a:rPr>
              <a:t>P.Siddardha</a:t>
            </a:r>
            <a:r>
              <a:rPr lang="en-US" dirty="0">
                <a:latin typeface="Times New Roman" panose="02020603050405020304" pitchFamily="18" charset="0"/>
                <a:cs typeface="Times New Roman" panose="02020603050405020304" pitchFamily="18" charset="0"/>
              </a:rPr>
              <a:t>(192424271)</a:t>
            </a:r>
          </a:p>
          <a:p>
            <a:r>
              <a:rPr lang="en-US" dirty="0" err="1">
                <a:latin typeface="Times New Roman" panose="02020603050405020304" pitchFamily="18" charset="0"/>
                <a:cs typeface="Times New Roman" panose="02020603050405020304" pitchFamily="18" charset="0"/>
              </a:rPr>
              <a:t>N.Punith</a:t>
            </a:r>
            <a:r>
              <a:rPr lang="en-US" dirty="0">
                <a:latin typeface="Times New Roman" panose="02020603050405020304" pitchFamily="18" charset="0"/>
                <a:cs typeface="Times New Roman" panose="02020603050405020304" pitchFamily="18" charset="0"/>
              </a:rPr>
              <a:t> Kumar(192525156)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368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E53B-E5A8-D83A-9252-C5BA0F60C952}"/>
              </a:ext>
            </a:extLst>
          </p:cNvPr>
          <p:cNvSpPr>
            <a:spLocks noGrp="1"/>
          </p:cNvSpPr>
          <p:nvPr>
            <p:ph type="title"/>
          </p:nvPr>
        </p:nvSpPr>
        <p:spPr>
          <a:xfrm>
            <a:off x="1230923" y="365125"/>
            <a:ext cx="10122877"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Introduction</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7EFC7F-422A-D1CE-8B3E-370353927990}"/>
              </a:ext>
            </a:extLst>
          </p:cNvPr>
          <p:cNvSpPr>
            <a:spLocks noGrp="1"/>
          </p:cNvSpPr>
          <p:nvPr>
            <p:ph idx="1"/>
          </p:nvPr>
        </p:nvSpPr>
        <p:spPr>
          <a:xfrm>
            <a:off x="624254" y="1811215"/>
            <a:ext cx="11157438" cy="4453671"/>
          </a:xfrm>
        </p:spPr>
        <p:txBody>
          <a:bodyPr>
            <a:normAutofit lnSpcReduction="10000"/>
          </a:bodyPr>
          <a:lstStyle/>
          <a:p>
            <a:pPr lvl="0" algn="just">
              <a:lnSpc>
                <a:spcPct val="150000"/>
              </a:lnSpc>
            </a:pPr>
            <a:r>
              <a:rPr lang="en-IN" sz="2300" dirty="0">
                <a:latin typeface="Times New Roman" panose="02020603050405020304" pitchFamily="18" charset="0"/>
                <a:cs typeface="Times New Roman" panose="02020603050405020304" pitchFamily="18" charset="0"/>
              </a:rPr>
              <a:t>A Clinic Appointment Scheduling System helps patients book appointments and enables clinic staff to manage doctors, schedules, and patient information efficiently. </a:t>
            </a:r>
          </a:p>
          <a:p>
            <a:pPr lvl="0" algn="just">
              <a:lnSpc>
                <a:spcPct val="150000"/>
              </a:lnSpc>
            </a:pPr>
            <a:r>
              <a:rPr lang="en-IN" sz="2300" dirty="0">
                <a:latin typeface="Times New Roman" panose="02020603050405020304" pitchFamily="18" charset="0"/>
                <a:cs typeface="Times New Roman" panose="02020603050405020304" pitchFamily="18" charset="0"/>
              </a:rPr>
              <a:t>Role-Based Access Control (RBAC) ensures that users can access system features according to their assigned roles. </a:t>
            </a:r>
          </a:p>
          <a:p>
            <a:pPr lvl="0" algn="just">
              <a:lnSpc>
                <a:spcPct val="150000"/>
              </a:lnSpc>
            </a:pPr>
            <a:r>
              <a:rPr lang="en-IN" sz="2300" dirty="0">
                <a:latin typeface="Times New Roman" panose="02020603050405020304" pitchFamily="18" charset="0"/>
                <a:cs typeface="Times New Roman" panose="02020603050405020304" pitchFamily="18" charset="0"/>
              </a:rPr>
              <a:t>Dynamic Systems Development Method (DSDM) provides an Agile approach that focuses on iterative development, user involvement, and continuous delivery. </a:t>
            </a:r>
          </a:p>
          <a:p>
            <a:pPr lvl="0" algn="just">
              <a:lnSpc>
                <a:spcPct val="150000"/>
              </a:lnSpc>
            </a:pPr>
            <a:r>
              <a:rPr lang="en-IN" sz="2300" dirty="0">
                <a:latin typeface="Times New Roman" panose="02020603050405020304" pitchFamily="18" charset="0"/>
                <a:cs typeface="Times New Roman" panose="02020603050405020304" pitchFamily="18" charset="0"/>
              </a:rPr>
              <a:t>Combining RBAC with DSDM helps develop a secure, flexible, and user-focused clinic appointment system.</a:t>
            </a:r>
          </a:p>
          <a:p>
            <a:pPr algn="just">
              <a:lnSpc>
                <a:spcPct val="100000"/>
              </a:lnSpc>
            </a:pPr>
            <a:endParaRPr lang="en-IN" sz="2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7759715-8AC4-2BBE-899A-909578094157}"/>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A894222D-64E0-A8BC-E0A3-B4973DECA792}"/>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57828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BE23-6835-6BDB-3EA5-0B1E2538B1B2}"/>
              </a:ext>
            </a:extLst>
          </p:cNvPr>
          <p:cNvSpPr>
            <a:spLocks noGrp="1"/>
          </p:cNvSpPr>
          <p:nvPr>
            <p:ph type="title"/>
          </p:nvPr>
        </p:nvSpPr>
        <p:spPr>
          <a:xfrm>
            <a:off x="1213338" y="365125"/>
            <a:ext cx="10140462"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Objective</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45E627-29D3-0C7F-222E-06D784C7DF18}"/>
              </a:ext>
            </a:extLst>
          </p:cNvPr>
          <p:cNvSpPr>
            <a:spLocks noGrp="1"/>
          </p:cNvSpPr>
          <p:nvPr>
            <p:ph idx="1"/>
          </p:nvPr>
        </p:nvSpPr>
        <p:spPr/>
        <p:txBody>
          <a:bodyPr>
            <a:normAutofit/>
          </a:bodyPr>
          <a:lstStyle/>
          <a:p>
            <a:pPr lvl="0" algn="just">
              <a:lnSpc>
                <a:spcPct val="150000"/>
              </a:lnSpc>
            </a:pPr>
            <a:r>
              <a:rPr lang="en-IN" sz="2300" dirty="0">
                <a:latin typeface="Times New Roman" panose="02020603050405020304" pitchFamily="18" charset="0"/>
                <a:cs typeface="Times New Roman" panose="02020603050405020304" pitchFamily="18" charset="0"/>
              </a:rPr>
              <a:t>To develop a secure clinic appointment scheduling system with role-based access for Admin, Doctor, Receptionist, and Patient. </a:t>
            </a:r>
          </a:p>
          <a:p>
            <a:pPr lvl="0" algn="just">
              <a:lnSpc>
                <a:spcPct val="150000"/>
              </a:lnSpc>
            </a:pPr>
            <a:r>
              <a:rPr lang="en-IN" sz="2300" dirty="0">
                <a:latin typeface="Times New Roman" panose="02020603050405020304" pitchFamily="18" charset="0"/>
                <a:cs typeface="Times New Roman" panose="02020603050405020304" pitchFamily="18" charset="0"/>
              </a:rPr>
              <a:t>To apply DSDM principles for iterative development, continuous feedback, and timely delivery of system features.</a:t>
            </a:r>
          </a:p>
          <a:p>
            <a:pPr algn="just">
              <a:lnSpc>
                <a:spcPct val="150000"/>
              </a:lnSpc>
            </a:pPr>
            <a:endParaRPr lang="en-IN" sz="23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E9EB23E-0D1C-F5F6-25EE-15A88405E00C}"/>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B3F0A70A-BEA6-DC8A-9DE7-9EFD6BD14125}"/>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4930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0EA4-2E02-9C7E-1829-2786AAAE6631}"/>
              </a:ext>
            </a:extLst>
          </p:cNvPr>
          <p:cNvSpPr>
            <a:spLocks noGrp="1"/>
          </p:cNvSpPr>
          <p:nvPr>
            <p:ph type="title"/>
          </p:nvPr>
        </p:nvSpPr>
        <p:spPr>
          <a:xfrm>
            <a:off x="1122362" y="365125"/>
            <a:ext cx="10231437"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Abstract</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67D7AA-6228-D9A6-0CD7-3183DA1A0579}"/>
              </a:ext>
            </a:extLst>
          </p:cNvPr>
          <p:cNvSpPr>
            <a:spLocks noGrp="1"/>
          </p:cNvSpPr>
          <p:nvPr>
            <p:ph idx="1"/>
          </p:nvPr>
        </p:nvSpPr>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Development of a Secure Clinic Appointment Scheduling System with Role-Based Access Control Using Dynamic Systems Development Method (DSDM) aims to provide secure and efficient appointment management. The system assigns specific permissions to Admin, Doctor, Receptionist, and Patient based on their roles. DSDM supports iterative development, user involvement, and continuous feedback. The system manages appointments, patient information, and schedules while protecting sensitive data and preventing unauthorized access through role-based permissions.</a:t>
            </a:r>
          </a:p>
        </p:txBody>
      </p:sp>
      <p:pic>
        <p:nvPicPr>
          <p:cNvPr id="5" name="Picture 4">
            <a:extLst>
              <a:ext uri="{FF2B5EF4-FFF2-40B4-BE49-F238E27FC236}">
                <a16:creationId xmlns:a16="http://schemas.microsoft.com/office/drawing/2014/main" id="{DF27F9BA-B2D9-2675-5BAD-94C3C929EB7C}"/>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3FB12D75-1BB3-C3A0-203C-27F9828F713A}"/>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595238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252</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Development and Testing a Role-Based Access Control System for a Clinic Appointment Scheduler</vt:lpstr>
      <vt:lpstr>Introduction</vt:lpstr>
      <vt:lpstr>Objective</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Pakala Vishwa nandan reddy</dc:creator>
  <cp:lastModifiedBy>Pakala Vishwa nandan reddy</cp:lastModifiedBy>
  <cp:revision>1</cp:revision>
  <dcterms:created xsi:type="dcterms:W3CDTF">2026-10-02T13:35:12Z</dcterms:created>
  <dcterms:modified xsi:type="dcterms:W3CDTF">2026-10-03T07:14:03Z</dcterms:modified>
</cp:coreProperties>
</file>